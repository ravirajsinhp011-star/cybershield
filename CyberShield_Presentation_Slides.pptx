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● ENTERPRISE THREAT HUNTING &amp; DEFENSE PLATFORM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t>AI CYBERSHIELD</a:t>
            </a:r>
          </a:p>
          <a:p>
            <a:pPr>
              <a:spcAft>
                <a:spcPts val="2500"/>
              </a:spcAft>
              <a:defRPr sz="2000">
                <a:solidFill>
                  <a:srgbClr val="8B5CF6"/>
                </a:solidFill>
              </a:defRPr>
            </a:pPr>
            <a:r>
              <a:t>Commercial-Grade SOC, Automated Payload Deobfuscator &amp; MITRE ATT&amp;CK Matrix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Project Lead: Raviraj Parmar  |  Stack: Python FastAPI, Scikit-Learn, Google Gemini, Vanilla JS</a:t>
            </a:r>
            <a:br/>
            <a:r>
              <a:t>Live Production: https://cybershield-cyber-shield-raviraj-parmar.vercel.app/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Executive Summary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The Modern Threat Landscape Dilemma: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Evading Traditional Defenses: Adversaries use multi-layer encodings (Base64, Hex shellcodes, UTF-16LE) and DNS tunneling to bypass perimeter firewalls.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The Academic Project Gap: Most student and portfolio cyber projects use fake randomized counters or static mockups, offering zero real forensic value.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AI CyberShield Solution: A real, functional SOC platform integrating client-side cryptographic analysis, live Cloudflare RFC 8484 DoH queries, automated script deobfuscation, and STIX 2.1 intelligence export.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Zero-Trust Privacy Standard: All credential entropy and payload decoding execute purely inside the user's browser, preventing cleartext exposure over public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2. High-Level System Architecture &amp; Pipeline</a:t>
            </a:r>
          </a:p>
        </p:txBody>
      </p:sp>
      <p:pic>
        <p:nvPicPr>
          <p:cNvPr id="4" name="Picture 3" descr="cybershiel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Standout Feature: SOC Payload Dissector &amp;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Automated Multi-Layer Deobfuscation Sandbox: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Multi-Layer Decoders: Instantly detects and unpacks Base64 (RFC 4648), UTF-16LE PowerShell stagers (-enc), Hex strings (\x41\x42 / 0x...), and URL Percent-Encoding.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Automated Defanging: Replaces malicious protocols (http:// → hxxp://) and masks domains to prevent accidental operator execution.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IOC Extraction Engine: Recursively pulls embedded C2 IP addresses, stager URLs, referenced filenames (.exe, .ps1), and spawned system binaries (powershell.exe, cmd.exe, certutil).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MITRE ATT&amp;CK Attribution: Maps analyzed shellcodes to standardized techniques: T1059.001 (PowerShell), T1027 (Obfuscated Files), and assigns threat severity ratings (CRITICAL, HIGH, BENIGN).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4. Threat Intel IOC Extractor &amp; CVE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5CF6"/>
                </a:solidFill>
              </a:defRPr>
            </a:pPr>
            <a:r>
              <a:t>Structuring Raw Advisories into Standardized Intelligence: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Unstructured Ingestion: Accepts raw CISA bulletins, syslog outputs, and firewall dumps without pre-formatting.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Smart IP Categorization: Differentiates internal RFC1918 private infrastructure (10.0.0.0/8, 192.168.0.0/16) from public WAN adversary hosts.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Multi-Hash Extraction: Detects MD5, SHA1, and SHA256 malware signatures simultaneously.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CVE Identification with NVD Linking: Identifies Common Vulnerabilities and Exposures (e.g. CVE-2024-21762) and generates live links to NIST NVD.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1-Click STIX 2.1 &amp; CSV Export: Downloads industry-standard STIX 2.1 JSON bundles ready for ingestion into enterprise SIEMs (Splunk, Microsoft Sentinel).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MITRE ATT&amp;CK® Enterprise Navigator (v14.1)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7 Tactical Phases Mapped to CyberShield Defenses: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TA0043 Reconnaissance: T1595 Active Port Scanning → Defended via Boundary WAF rate limiting &amp; header obfuscation.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TA0001 Initial Access: T1566 Spearphishing Link/Attachment → Defended via Heuristic Scanner &amp; Brand Lookalike Detector.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TA0002 Execution: T1059.001 PowerShell Stagers → Neutralized via Forensic Lab Deobfuscator Sandbox.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TA0003 Persistence: T1547 Registry Run Keys &amp; Tasks → Audited via Personal Vault &amp; SOC Telemetry Database.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TA0005 Defense Evasion: T1027 Obfuscated Payloads → Decoded via Client-Side Forensic Parser.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TA0006 Credential Access: T1003 OS Credential Dumping &amp; Brute Force → Defended via Shannon Entropy Password Sentinel.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TA0011 Command &amp; Control: T1071 Web Protocols C2 → Audited via Live Cloudflare RFC 8484 DoH DNS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Live Domain &amp; Security Headers Forensic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Live RFC 8484 DNS-over-HTTPS &amp; Perimeter Audit: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Encrypted RFC 8484 DoH Resolution: Queries authoritative Cloudflare DNS over HTTPS without relying on local OS DNS cache poisoning.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A &amp; MX Record Discovery: Identifies primary target server IPv4 addresses and enterprise Mail Exchanger servers.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SPF &amp; DMARC Anti-Spoofing Audit: Evaluates email security records to determine if domain can be spoofed by social engineering scammers.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Security Headers Diagnostic Matrix: Verifies HSTS, Content-Security-Policy (CSP), X-Frame-Options (Clickjacking defense), and X-Content-Type-Options.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Weighted Grading System: Automatically scores target infrastructure from Grade A+ (Hardened) to Grade F (Severely Exposed).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7. Multi-Vector Threat Scanner (URLs, Emails, QR Codes)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URL Domain Heuristics: Uses Levenshtein distance algorithm to catch typosquatting (paypa1, netf1ix, micros0ft) and analyzes Shannon domain entropy.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NLP Phishing Engine: Combines Scikit-Learn TF-IDF vectorization with urgent language heuristics (account suspended, wire transfer required) to calculate threat percentages.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Optical Quishing (QR Phishing): Allows users to upload suspicious QR codes or use webcam scanner; extracts hidden URLs and inspects them in real time.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Reactive SVG Meter: Renders an interactive circular SVG gauge animating dynamically from 0% (Safe) to 100% (Critical Threat).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8. Presentation Strategy &amp; Teacher Demonstration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8B5CF6"/>
                </a:solidFill>
              </a:defRPr>
            </a:pPr>
            <a:r>
              <a:t>How to Present CyberShield in 5 Minutes to Evaluators: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Step 1 (Homepage): 'CyberShield is an enterprise SOC platform designed with a collapsible command sidebar, live Military Zulu Clock, and real-time defense radar.'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Step 2 (Threat Scanner): Click 'Load Threat Sample' → hit 'Initiate Inspection' → point out how the SVG gauge calculates 88% Risk via Shannon entropy and brand typosquatting.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Step 3 (Forensic Lab): Open 'Payload Dissector' → select 'PowerShell Stager' → hit 'Execute Forensic Deobfuscation' → show how it defangs the payload and maps to MITRE T1059.001.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Step 4 (Threat Intel): Go to 'IOC Threat Intel' → click 'Load Sample CISA Advisory' → extract IOCs → export as STIX 2.1 JSON or CSV in one click.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Step 5 (Live Verification): Share the live production URL running globally on Vercel: https://cybershield-cyber-shield-raviraj-parmar.vercel.app/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CYBERSHIELD ENTERPRISE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9. Conclusion &amp; 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06B6D4"/>
                </a:solidFill>
              </a:defRPr>
            </a:pPr>
            <a:r>
              <a:t>• Enterprise Standards Met: MITRE ATT&amp;CK v14.1 Enterprise Taxonomy, RFC 8484 DoH, STIX 2.1 JSON, NIST NVD Integration.</a:t>
            </a:r>
          </a:p>
          <a:p>
            <a:pPr>
              <a:spcAft>
                <a:spcPts val="1400"/>
              </a:spcAft>
              <a:defRPr sz="1400">
                <a:solidFill>
                  <a:srgbClr val="06B6D4"/>
                </a:solidFill>
              </a:defRPr>
            </a:pPr>
            <a:r>
              <a:t>• Zero Third-Party Bloat: Pure Vanilla JS &amp; Tailwind CSS ensure lightning-fast client execution under 50ms.</a:t>
            </a:r>
          </a:p>
          <a:p>
            <a:pPr>
              <a:spcAft>
                <a:spcPts val="1400"/>
              </a:spcAft>
              <a:defRPr sz="1400">
                <a:solidFill>
                  <a:srgbClr val="06B6D4"/>
                </a:solidFill>
              </a:defRPr>
            </a:pPr>
            <a:r>
              <a:t>• Live Production Deployment: https://cybershield-cyber-shield-raviraj-parmar.vercel.app/</a:t>
            </a:r>
          </a:p>
          <a:p>
            <a:pPr>
              <a:spcAft>
                <a:spcPts val="1400"/>
              </a:spcAft>
              <a:defRPr sz="1400">
                <a:solidFill>
                  <a:srgbClr val="06B6D4"/>
                </a:solidFill>
              </a:defRPr>
            </a:pPr>
            <a:r>
              <a:t>• Source Code Repository: https://github.com/ravirajsinhp011-star/cybershield</a:t>
            </a:r>
          </a:p>
          <a:p>
            <a:pPr>
              <a:spcAft>
                <a:spcPts val="1400"/>
              </a:spcAft>
              <a:defRPr sz="1400">
                <a:solidFill>
                  <a:srgbClr val="06B6D4"/>
                </a:solidFill>
              </a:defRPr>
            </a:pPr>
            <a:r>
              <a:t>• Lead Developer: Raviraj Parmar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